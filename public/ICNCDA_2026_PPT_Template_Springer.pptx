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25/06/26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25/06/26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25/06/26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81F85-D6E8-6268-1D16-D7A991B54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0C783-A334-80FA-82A7-DC7E47F63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A1EC-41EB-0D51-BE79-E8CB8C46F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3F8B1-1962-8ED2-6BB1-2ADE165DA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9ECF4-5CE4-FAEE-4A3A-7F0C7216E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06FE6-6C59-5AB0-161B-F2488A31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EF897-A14A-4EC4-5E53-0235241D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B1F1C-F1DD-9EA9-2166-597E5AE1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5472E-1300-6C2C-C071-677A3D0C3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CF0E5-FC9D-E6B5-7C9E-C79AF63DC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0F444-3F8D-A2CA-F0D8-4E3F76F00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19</cp:revision>
  <dcterms:created xsi:type="dcterms:W3CDTF">2021-02-05T14:09:33Z</dcterms:created>
  <dcterms:modified xsi:type="dcterms:W3CDTF">2026-06-25T16:55:27Z</dcterms:modified>
</cp:coreProperties>
</file>