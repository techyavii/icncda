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25/06/26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25/06/26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25/06/26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25/06/26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25/06/26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25/06/26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828799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9EA39-4859-53A5-B752-961802CD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125BAD-5450-F02F-652C-88850B1C2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FCA17-63E6-5240-5693-18C4BCF0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76110-2388-E4D5-4C64-BAAA6728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B8FCA-4626-8A11-D611-BCE93DD8C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EB38E-BBE8-870F-4592-5641B0F54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D5138-B9ED-1702-BB0D-8CADCDC0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6B15A-AD5F-272B-F249-E9BC61887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BDEE5-C93B-1DE6-C135-15E2CB7F8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E1D74-B947-D974-FEDC-94320E03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CBA5E-4E0E-6CDA-46E0-1CE0EB335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21</cp:revision>
  <dcterms:created xsi:type="dcterms:W3CDTF">2021-02-05T14:09:33Z</dcterms:created>
  <dcterms:modified xsi:type="dcterms:W3CDTF">2026-06-25T16:58:58Z</dcterms:modified>
</cp:coreProperties>
</file>